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59" r:id="rId5"/>
    <p:sldId id="264" r:id="rId6"/>
    <p:sldId id="270" r:id="rId7"/>
    <p:sldId id="269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8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05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0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23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9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1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26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98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1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13D0F-AB6A-4139-B589-06684F1D5F3B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F8727-C3E2-4D22-9ED0-47BDFB1E8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9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Fall 2020</a:t>
            </a:r>
            <a:br>
              <a:rPr lang="en-US" dirty="0" smtClean="0"/>
            </a:br>
            <a:r>
              <a:rPr lang="en-US" dirty="0" smtClean="0"/>
              <a:t>Midterm Exam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07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987" y="1231106"/>
            <a:ext cx="78200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9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119" y="530225"/>
            <a:ext cx="10117762" cy="56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112" y="1297781"/>
            <a:ext cx="810577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1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07435"/>
            <a:ext cx="10515600" cy="313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2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568" y="486206"/>
            <a:ext cx="9232490" cy="59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9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90858"/>
            <a:ext cx="10515600" cy="549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0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677" y="294968"/>
            <a:ext cx="10899057" cy="588199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compare1(1.0, -1.0)</a:t>
            </a:r>
          </a:p>
          <a:p>
            <a:pPr marL="0" indent="0">
              <a:buNone/>
            </a:pPr>
            <a:r>
              <a:rPr lang="en-US" dirty="0" smtClean="0"/>
              <a:t>compare2(1.0, -1.0)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1.0 and </a:t>
            </a:r>
            <a:r>
              <a:rPr lang="en-US" dirty="0" smtClean="0">
                <a:solidFill>
                  <a:srgbClr val="FF0000"/>
                </a:solidFill>
              </a:rPr>
              <a:t>1.0</a:t>
            </a:r>
            <a:r>
              <a:rPr lang="en-US" dirty="0" smtClean="0"/>
              <a:t> have the same absolute value.</a:t>
            </a:r>
          </a:p>
          <a:p>
            <a:pPr marL="0" indent="0">
              <a:buNone/>
            </a:pPr>
            <a:r>
              <a:rPr lang="en-US" dirty="0" smtClean="0"/>
              <a:t>1.0 and </a:t>
            </a:r>
            <a:r>
              <a:rPr lang="en-US" dirty="0" smtClean="0">
                <a:solidFill>
                  <a:srgbClr val="FF0000"/>
                </a:solidFill>
              </a:rPr>
              <a:t>-1.0 </a:t>
            </a:r>
            <a:r>
              <a:rPr lang="en-US" dirty="0" smtClean="0"/>
              <a:t>have the same absolute value.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The two functions are not functionally equivalent.  Both functions do return the correct </a:t>
            </a:r>
            <a:r>
              <a:rPr lang="en-US" dirty="0" err="1" smtClean="0">
                <a:solidFill>
                  <a:srgbClr val="7030A0"/>
                </a:solidFill>
              </a:rPr>
              <a:t>boolean</a:t>
            </a:r>
            <a:r>
              <a:rPr lang="en-US" dirty="0" smtClean="0">
                <a:solidFill>
                  <a:srgbClr val="7030A0"/>
                </a:solidFill>
              </a:rPr>
              <a:t> value as to whether the two inputs have the same absolute value.  </a:t>
            </a:r>
            <a:r>
              <a:rPr lang="en-US" u="sng" dirty="0" smtClean="0">
                <a:solidFill>
                  <a:srgbClr val="7030A0"/>
                </a:solidFill>
              </a:rPr>
              <a:t>However</a:t>
            </a:r>
            <a:r>
              <a:rPr lang="en-US" dirty="0" smtClean="0">
                <a:solidFill>
                  <a:srgbClr val="7030A0"/>
                </a:solidFill>
              </a:rPr>
              <a:t>, the functions print different results if one or both of the arguments provided are negative numbers.  The reason for this is because of variable</a:t>
            </a:r>
            <a:r>
              <a:rPr lang="en-US" u="sng" dirty="0" smtClean="0">
                <a:solidFill>
                  <a:srgbClr val="7030A0"/>
                </a:solidFill>
              </a:rPr>
              <a:t> scoping</a:t>
            </a:r>
            <a:r>
              <a:rPr lang="en-US" dirty="0" smtClean="0">
                <a:solidFill>
                  <a:srgbClr val="7030A0"/>
                </a:solidFill>
              </a:rPr>
              <a:t>.  In compare1, all the variables are within the function and therefore in the same scope.  In compare2, the value gets negated within the scope of the other function </a:t>
            </a:r>
            <a:r>
              <a:rPr lang="en-US" dirty="0" err="1" smtClean="0">
                <a:solidFill>
                  <a:srgbClr val="7030A0"/>
                </a:solidFill>
              </a:rPr>
              <a:t>absolute_value</a:t>
            </a:r>
            <a:r>
              <a:rPr lang="en-US" dirty="0" smtClean="0">
                <a:solidFill>
                  <a:srgbClr val="7030A0"/>
                </a:solidFill>
              </a:rPr>
              <a:t>, so the variables a and b in compare2 are not explicitly made positive because of scoping rules.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18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438" y="1457855"/>
            <a:ext cx="10515600" cy="273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5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427" y="294968"/>
            <a:ext cx="11238270" cy="58819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Using Leibniz estimation, find pi within epsilon of the true value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pi = 4 - (4/3) + (4/5) - (4/7) + (4/9) - (4/11) + (4/13) - ...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math</a:t>
            </a: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 = float(input("Enter epsilon for Leibniz estimation for pi: "))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 = 0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0 &lt; e &lt;= 0.01: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estimation = 0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while abs(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- estimation) &gt;= e: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estimation = estimation + (4 * (((-1) ** n) / ((2 * n) + 1)))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n += 1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print("True value of pi: ",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print("Leibniz estimation of pi: ", estimation)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print("Number of iterations: ", n)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print("ERROR: 0 &lt; epsilon &lt;= 0.01")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1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292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Fall 2020 Midterm Exam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 2020 Midterm Exam</dc:title>
  <dc:creator>Myatt, Timothy</dc:creator>
  <cp:lastModifiedBy>Myatt, Timothy</cp:lastModifiedBy>
  <cp:revision>5</cp:revision>
  <dcterms:created xsi:type="dcterms:W3CDTF">2020-11-02T17:00:53Z</dcterms:created>
  <dcterms:modified xsi:type="dcterms:W3CDTF">2020-11-02T17:50:14Z</dcterms:modified>
</cp:coreProperties>
</file>